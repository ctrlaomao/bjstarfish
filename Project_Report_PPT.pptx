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  <a:latin typeface="WenQuanYi Micro Hei"/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  <a:latin typeface="WenQuanYi Micro Hei"/>
              </a:defRPr>
            </a:pPr>
            <a:r>
              <a:t>???????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?????2023?4?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?????2023?4? - 10?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1. ???????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2. 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3. 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4. 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???????UAT?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5. 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6. 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7?24??????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 ???????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?????????Web??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??????RESTful API??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??????ORM????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 + 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1. 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???????Scrum?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??????????CI/CD?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?????Daily Standup?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2. 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?????1???????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??????1???????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??????2-3?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??????3-4?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??????2?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UI/UX????1-2?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3. 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?????????/??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?????Confluence????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?????Git????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4. 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2023?4? -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2023?5? -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2023?6? -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2023?7-9? -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2023?10? - ?????bug??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?????11???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?????12???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5. 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Bug????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1. 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??????DDL + DML?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2. 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?????????+?????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API????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3. 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?????PPT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??????PPT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???????FAQ?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????????- 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4.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???????&lt;500ms?95??&lt;1s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???????1000+????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?????CPU&lt;60%???&lt;70%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??????&gt;99.5%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????????30%+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Bug??????98%??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??????????&gt;80%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1.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???????UAT???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2.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3. 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????????100%?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?????????SLA???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1. 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2. 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3. 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SQL????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XSS????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4. 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???????????1??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???????????2-3??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??????UAT??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???????????4??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??????????bug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</a:t>
            </a:r>
          </a:p>
          <a:p>
            <a:pPr lvl="1">
              <a:spcAft>
                <a:spcPts val="500"/>
              </a:spcAft>
              <a:defRPr sz="1300">
                <a:latin typeface="WenQuanYi Micro Hei"/>
              </a:defRPr>
            </a:pPr>
            <a:r>
              <a:t>   ??????????????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Micro Hei"/>
              </a:defRPr>
            </a:pPr>
            <a:r>
              <a:t>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Micro Hei"/>
              </a:defRPr>
            </a:pPr>
            <a:r>
              <a:t>? ????????????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WenQuanYi Micro Hei"/>
              </a:defRPr>
            </a:pPr>
            <a:r>
              <a:t>???</a:t>
            </a:r>
          </a:p>
          <a:p>
            <a:pPr algn="ctr">
              <a:defRPr sz="4400" b="1">
                <a:solidFill>
                  <a:srgbClr val="003366"/>
                </a:solidFill>
                <a:latin typeface="WenQuanYi Micro Hei"/>
              </a:defRPr>
            </a:pPr>
          </a:p>
          <a:p>
            <a:pPr algn="ctr">
              <a:defRPr sz="4400" b="1">
                <a:solidFill>
                  <a:srgbClr val="003366"/>
                </a:solidFill>
                <a:latin typeface="WenQuanYi Micro 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