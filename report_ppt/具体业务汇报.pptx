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5" r:id="rId3"/>
  </p:sldMasterIdLst>
  <p:notesMasterIdLst>
    <p:notesMasterId r:id="rId12"/>
  </p:notesMasterIdLst>
  <p:handoutMasterIdLst>
    <p:handoutMasterId r:id="rId35"/>
  </p:handoutMasterIdLst>
  <p:sldIdLst>
    <p:sldId id="256" r:id="rId9"/>
    <p:sldId id="257" r:id="rId10"/>
    <p:sldId id="258" r:id="rId11"/>
    <p:sldId id="259" r:id="rId8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2"/>
    <p:restoredTop sz="95271"/>
  </p:normalViewPr>
  <p:slideViewPr>
    <p:cSldViewPr snapToGrid="0">
      <p:cViewPr varScale="1">
        <p:scale>
          <a:sx n="97" d="100"/>
          <a:sy n="97" d="100"/>
        </p:scale>
        <p:origin x="5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8" Type="http://schemas.openxmlformats.org/officeDocument/2006/relationships/slide" Target="slides/slide4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99EEE-3E5A-A947-A29B-6AEBF114206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3D72D-2ED6-B046-86CF-D42ED2948FE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21212t文件-0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t文件2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pp21212t文件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21212t文件-0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pt文件2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pp21212t文件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pp21212t文件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946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E2CD6-6AA6-854C-A2D3-AB1D8C6E1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9A096-B39C-FD42-BEF1-E75DF64CFD4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西山温泉体育公园数字化系统项目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WenQuanYi Zen Hei"/>
              </a:defRPr>
            </a:pPr>
            <a:r>
              <a:rPr>
                <a:latin typeface="WenQuanYi Zen Hei"/>
              </a:rPr>
              <a:t>甲方审计汇报材料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一、项目概况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WenQuanYi Zen Hei"/>
              </a:defRPr>
            </a:pPr>
            <a:r>
              <a:rPr>
                <a:latin typeface="WenQuanYi Zen Hei"/>
              </a:rPr>
              <a:t>• 项目名称：西山温泉体育公园数字化系统项目</a:t>
            </a: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  <a:r>
              <a:rPr>
                <a:latin typeface="WenQuanYi Zen Hei"/>
              </a:rPr>
              <a:t>• 项目业主：海新域（西山温泉体育公园）</a:t>
            </a: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  <a:r>
              <a:rPr>
                <a:latin typeface="WenQuanYi Zen Hei"/>
              </a:rPr>
              <a:t>• 项目地点：北京西山</a:t>
            </a: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  <a:r>
              <a:rPr>
                <a:latin typeface="WenQuanYi Zen Hei"/>
              </a:rPr>
              <a:t>• 主营业务：冬季滑雪（雪季90天）+ 非雪季业务拓展</a:t>
            </a: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  <a:r>
              <a:rPr>
                <a:latin typeface="WenQuanYi Zen Hei"/>
              </a:rPr>
              <a:t>• 项目目标：盘活闲置资产，提高信息化水平</a:t>
            </a: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  <a:r>
              <a:rPr>
                <a:latin typeface="WenQuanYi Zen Hei"/>
              </a:rPr>
              <a:t>• 建设内容：</a:t>
            </a: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  <a:r>
              <a:rPr>
                <a:latin typeface="WenQuanYi Zen Hei"/>
              </a:rPr>
              <a:t>   - 非雪季运营系统建设</a:t>
            </a: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  <a:r>
              <a:rPr>
                <a:latin typeface="WenQuanYi Zen Hei"/>
              </a:rPr>
              <a:t>   - 雪季系统与非雪季系统对接</a:t>
            </a: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  <a:r>
              <a:rPr>
                <a:latin typeface="WenQuanYi Zen Hei"/>
              </a:rPr>
              <a:t>   - 数据分析与营销支持系统</a:t>
            </a:r>
          </a:p>
          <a:p>
            <a:pPr>
              <a:spcAft>
                <a:spcPts val="600"/>
              </a:spcAft>
              <a:defRPr sz="1400">
                <a:latin typeface="WenQuanYi Zen Hei"/>
              </a:defRPr>
            </a:pPr>
            <a:r>
              <a:rPr>
                <a:latin typeface="WenQuanYi Zen Hei"/>
              </a:rPr>
              <a:t>   - 移动端应用开发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二、项目规划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第一阶段：需求调研与分析（2023年4月-5月）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业务流程梳理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需求规格说明书编写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系统架构设计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第二阶段：系统开发（2023年6月-9月）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非雪季运营系统开发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数据库设计与实现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前端界面开发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系统集成与对接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第三阶段：测试与优化（2023年10月）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功能测试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性能优化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用户培训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第四阶段：上线与验收（2023年11月-12月）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系统部署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试运行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项目验收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三、业务背景与需求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业务痛点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雪季仅90天，资产闲置时间长达275天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现有雪季系统为第三方SAAS，无法满足非雪季需求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缺乏统一的数据分析和营销平台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业务需求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建设非雪季运营系统，支持多种业务场景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实现雪季与非雪季系统数据互通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提供移动端支持，方便客户使用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建立数据分析体系，支持精准营销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预期效益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提高资产利用率，增加非雪季收入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提升客户体验，增强客户粘性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实现数据驱动决策，提高运营效率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打造智慧景区，提升品牌形象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四、雪季业务流程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核心业务（现有系统）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门票预订与销售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滑雪器材租赁管理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教练预约与排班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储物柜管理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餐饮服务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业务特点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高峰期客流集中，系统压力大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需要快速办理入场手续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器材管理要求严格，涉及安全责任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现金与电子支付并存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• 系统对接需求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会员数据同步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消费记录共享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积分体系打通</a:t>
            </a:r>
          </a:p>
          <a:p>
            <a:pPr>
              <a:spcAft>
                <a:spcPts val="4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- 客户画像分析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五、非雪季业务流程（新系统）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拓展业务场景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露营场地预订与管理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团建活动组织与服务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户外运动器材租赁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餐饮外卖与配送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研学活动安排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场地租赁管理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业务流程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1. 客户线上预订（微信小程序/APP）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2. 系统自动分配资源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3. 订单确认与支付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4. 到店核销与服务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5. 服务评价与反馈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6. 数据分析与复购营销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系统功能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在线预订平台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资源调度系统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移动支付集成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客户关系管理</a:t>
            </a:r>
          </a:p>
          <a:p>
            <a:pPr>
              <a:spcAft>
                <a:spcPts val="3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数据报表分析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六、系统架构设计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系统架构（分层设计）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【前端层】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管理后台（PC Web）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微信小程序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移动APP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H5页面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【应用层】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业务逻辑处理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API网关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权限认证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订单管理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【数据层】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MySQL数据库（主）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Redis缓存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文件存储系统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【对接层】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雪季系统API对接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微信支付/支付宝接口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短信通知服务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数据同步中间件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部署方式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非雪季系统：私有化部署（本地服务器）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数据库：主从热备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负载均衡：Nginx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七、功能模块详解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预订管理模块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场地/器材在线预订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库存实时查询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订单状态跟踪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退改签处理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会员管理模块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会员注册与认证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积分管理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会员等级体系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营销活动推送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财务管理模块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收银结算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对账管理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财务报表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发票管理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运营管理模块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资源调度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员工排班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设备维护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库存管理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数据分析模块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客流统计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收入分析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客户画像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经营决策支持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八、技术方案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技术栈选型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后端：Java Spring Boot 微服务架构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前端：Vue.js + Element UI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移动端：uni-app 跨平台开发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数据库：MySQL 8.0 + Redis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服务器：Linux CentOS 7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关键技术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RESTful API设计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JWT身份认证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Redis分布式缓存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消息队列（RabbitMQ）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定时任务调度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安全措施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HTTPS加密传输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数据库访问权限控制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敏感信息加密存储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操作日志审计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定期数据备份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性能保障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数据库索引优化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缓存策略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CDN加速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负载均衡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并发控制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九、项目管理过程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管理模式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敏捷开发，2周一个迭代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每周项目例会（周三）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每日站会同步进度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问题及时上报与解决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项目组织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项目经理：统筹协调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需求分析师：需求梳理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架构师：技术方案设计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开发团队：5人（前端2+后端3）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测试工程师：质量保障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运维工程师：部署支持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沟通机制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项目例会：每周三下午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需求评审：需求变更前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代码评审：每个迭代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验收会议：阶段性交付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文档管理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需求规格说明书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系统设计文档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接口文档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测试报告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用户手册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运维手册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十、项目进度情况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已完成工作（截至2023年10月）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需求调研与分析（100%）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系统设计与架构（100%）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数据库设计（100%）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后端核心功能开发（95%）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管理后台开发（90%）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微信小程序开发（85%）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系统对接（80%）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单元测试（80%）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当前工作重点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完成剩余功能开发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系统集成测试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性能优化与调优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用户培训准备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下一步计划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- 11月：系统部署与试运行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- 12月：用户培训与系统优化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- 12月底：项目验收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风险与应对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雪季系统对接复杂度高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  应对：增加联调时间，与第三方厂商密切沟通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- 用户操作习惯需要适应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  应对：提供详细培训，现场支持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十一、项目团队组成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管理层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项目经理 × 1：全面负责项目管理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技术经理 × 1：技术方案与团队管理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核心开发团队（胜达讯）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系统架构师 × 1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前端开发工程师 × 2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后端开发工程师 × 3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测试工程师 × 1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UI/UX设计师 × 1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支持团队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需求分析师 × 1（甲方配合）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运维工程师 × 1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数据库管理员 × 1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• 团队优势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团队成员均有3年以上项目经验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熟悉旅游行业业务特点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有类似系统开发经验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技术栈成熟，开发效率高</a:t>
            </a:r>
          </a:p>
          <a:p>
            <a:pPr>
              <a:spcAft>
                <a:spcPts val="400"/>
              </a:spcAft>
              <a:defRPr sz="1200">
                <a:latin typeface="WenQuanYi Zen Hei"/>
              </a:defRPr>
            </a:pPr>
            <a:r>
              <a:rPr>
                <a:latin typeface="WenQuanYi Zen Hei"/>
              </a:rPr>
              <a:t>   - 团队协作默契，沟通顺畅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十二、交付成果清单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系统软件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1. 非雪季运营系统（管理后台）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2. 微信小程序（客户端）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3. 移动APP（iOS + Android）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4. 系统对接中间件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项目文档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1. 需求规格说明书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2. 系统设计文档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3. 数据库设计文档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4. 接口文档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5. 测试报告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6. 用户操作手册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7. 系统运维手册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8. 培训资料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数据成果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1. 数据分析报告（月度/季度/年度）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2. 客户画像分析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3. 运营数据看板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其他交付物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1. 源代码（含注释）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2. 部署脚本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3. 数据库备份脚本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4. 系统演示视频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十三、项目验收标准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功能验收标准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所有需求功能正常运行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业务流程完整闭环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雪季系统数据对接成功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移动端功能完备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性能验收标准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系统响应时间 &lt; 3秒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支持500并发用户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数据库查询响应 &lt; 1秒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系统可用性 &gt; 99%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安全验收标准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通过安全漏洞扫描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敏感数据加密存储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用户权限管理完善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操作日志完整记录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文档验收标准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技术文档齐全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用户手册清晰易懂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培训资料完整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运维手册详细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• 培训验收标准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完成用户培训（管理员、操作员）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培训考核通过率 &gt; 90%</a:t>
            </a:r>
          </a:p>
          <a:p>
            <a:pPr>
              <a:spcAft>
                <a:spcPts val="300"/>
              </a:spcAft>
              <a:defRPr sz="1000">
                <a:latin typeface="WenQuanYi Zen Hei"/>
              </a:defRPr>
            </a:pPr>
            <a:r>
              <a:rPr>
                <a:latin typeface="WenQuanYi Zen Hei"/>
              </a:rPr>
              <a:t>   ✓ 现场支持1个月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十四、总结与展望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项目亮点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创新性：首次实现雪季与非雪季系统融合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实用性：紧贴业务需求，操作便捷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可扩展性：模块化设计，易于功能扩展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数据驱动：建立完整的数据分析体系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取得成果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成功搭建非雪季运营平台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实现两套系统数据互通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提供移动端全方位支持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建立智慧景区管理体系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经验总结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需求调研要充分，避免返工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系统对接要提前规划，预留缓冲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用户培训很重要，决定系统使用效果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敏捷开发模式适合此类项目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• 未来展望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持续优化系统性能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根据运营数据迭代功能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探索AI辅助决策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拓展更多业务场景</a:t>
            </a:r>
          </a:p>
          <a:p>
            <a:pPr>
              <a:spcAft>
                <a:spcPts val="300"/>
              </a:spcAft>
              <a:defRPr sz="1100">
                <a:latin typeface="WenQuanYi Zen Hei"/>
              </a:defRPr>
            </a:pPr>
            <a:r>
              <a:rPr>
                <a:latin typeface="WenQuanYi Zen Hei"/>
              </a:rPr>
              <a:t>   - 打造行业标杆案例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谢谢！</a:t>
            </a:r>
          </a:p>
          <a:p>
            <a:pPr algn="ctr">
              <a:defRPr sz="5600" b="1">
                <a:solidFill>
                  <a:srgbClr val="0046A0"/>
                </a:solidFill>
                <a:latin typeface="WenQuanYi Zen Hei"/>
              </a:defRPr>
            </a:pPr>
          </a:p>
          <a:p>
            <a:pPr algn="ctr">
              <a:defRPr sz="5600" b="1">
                <a:solidFill>
                  <a:srgbClr val="0046A0"/>
                </a:solidFill>
                <a:latin typeface="WenQuanYi Zen Hei"/>
              </a:defRPr>
            </a:pPr>
            <a:r>
              <a:rPr>
                <a:latin typeface="WenQuanYi Zen He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3756</Words>
  <Application>WPS 演示</Application>
  <PresentationFormat>宽屏</PresentationFormat>
  <Paragraphs>749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汉仪旗黑</vt:lpstr>
      <vt:lpstr>Helvetica Light</vt:lpstr>
      <vt:lpstr>OPPOSans L</vt:lpstr>
      <vt:lpstr>苹方-简</vt:lpstr>
      <vt:lpstr>Heiti SC</vt:lpstr>
      <vt:lpstr>Source Han Sans CN Regular</vt:lpstr>
      <vt:lpstr>Open Sans Light</vt:lpstr>
      <vt:lpstr>Wingdings</vt:lpstr>
      <vt:lpstr>等线 Light</vt:lpstr>
      <vt:lpstr>Calibri</vt:lpstr>
      <vt:lpstr>汉仪中等线KW</vt:lpstr>
      <vt:lpstr>Calibri</vt:lpstr>
      <vt:lpstr>微软雅黑</vt:lpstr>
      <vt:lpstr>Helvetica Neue</vt:lpstr>
      <vt:lpstr>等线</vt:lpstr>
      <vt:lpstr>宋体</vt:lpstr>
      <vt:lpstr>Arial Unicode MS</vt:lpstr>
      <vt:lpstr>汉仪书宋二KW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天然 陈</dc:creator>
  <cp:lastModifiedBy>WPS_1641772744</cp:lastModifiedBy>
  <cp:revision>460</cp:revision>
  <dcterms:created xsi:type="dcterms:W3CDTF">2023-07-10T03:24:52Z</dcterms:created>
  <dcterms:modified xsi:type="dcterms:W3CDTF">2023-07-10T03:24:52Z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2018227152E45DE6F0898964DA8B9C29_42</vt:lpwstr>
  </property>
  <property fmtid="{D5CDD505-2E9C-101B-9397-08002B2CF9AE}" pid="3" name="KSOProductBuildVer">
    <vt:lpwstr>2052-5.4.1.7920</vt:lpwstr>
  </property>
</Properties>
</file>