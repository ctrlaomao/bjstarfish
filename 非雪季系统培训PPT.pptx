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非雪季系统培训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系统操作培训教程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系统介绍</a:t>
            </a:r>
          </a:p>
          <a:p>
            <a:pPr>
              <a:defRPr sz="2000"/>
            </a:pPr>
            <a:r>
              <a:t>2. 活动管理</a:t>
            </a:r>
          </a:p>
          <a:p>
            <a:pPr>
              <a:defRPr sz="2000"/>
            </a:pPr>
            <a:r>
              <a:t>3. 场地管理</a:t>
            </a:r>
          </a:p>
          <a:p>
            <a:pPr>
              <a:defRPr sz="2000"/>
            </a:pPr>
            <a:r>
              <a:t>4. 订单管理</a:t>
            </a:r>
          </a:p>
          <a:p>
            <a:pPr>
              <a:defRPr sz="2000"/>
            </a:pPr>
            <a:r>
              <a:t>5. 用户管理</a:t>
            </a:r>
          </a:p>
          <a:p>
            <a:pPr>
              <a:defRPr sz="2000"/>
            </a:pPr>
            <a:r>
              <a:t>6. 优惠券与积分管理</a:t>
            </a:r>
          </a:p>
          <a:p>
            <a:pPr>
              <a:defRPr sz="2000"/>
            </a:pPr>
            <a:r>
              <a:t>7. 员工与财务管理</a:t>
            </a:r>
          </a:p>
          <a:p>
            <a:pPr>
              <a:defRPr sz="2000"/>
            </a:pPr>
            <a:r>
              <a:t>8. 数据分析</a:t>
            </a:r>
          </a:p>
          <a:p>
            <a:pPr>
              <a:defRPr sz="2000"/>
            </a:pPr>
            <a:r>
              <a:t>9. 系统管理</a:t>
            </a:r>
          </a:p>
          <a:p>
            <a:pPr>
              <a:defRPr sz="2000"/>
            </a:pPr>
            <a:r>
              <a:t>10. 常见问题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系统名称：非雪季运营管理系统</a:t>
            </a:r>
          </a:p>
          <a:p>
            <a:pPr>
              <a:defRPr sz="1800"/>
            </a:pPr>
            <a:r>
              <a:t>访问地址：https://jhtest.axioxio.com</a:t>
            </a:r>
          </a:p>
          <a:p>
            <a:pPr>
              <a:defRPr sz="1800"/>
            </a:pPr>
            <a:r>
              <a:t>主要功能：活动管理、场地预订、用户管理、财务结算等</a:t>
            </a:r>
          </a:p>
          <a:p>
            <a:pPr>
              <a:defRPr sz="1800"/>
            </a:pPr>
            <a:r>
              <a:t>支持终端：PC端管理后台、微信小程序、核销客户端</a:t>
            </a:r>
          </a:p>
          <a:p>
            <a:pPr>
              <a:defRPr sz="1800"/>
            </a:pPr>
            <a:r>
              <a:t>系统特点：操作简单、功能完善、数据实时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活动管理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功能概述：管理各类非雪季活动的创建、发布和订单管理</a:t>
            </a:r>
          </a:p>
          <a:p>
            <a:pPr>
              <a:defRPr sz="1800"/>
            </a:pPr>
            <a:r>
              <a:t>主要操作：</a:t>
            </a:r>
          </a:p>
          <a:p>
            <a:pPr>
              <a:defRPr sz="1800"/>
            </a:pPr>
            <a:r>
              <a:t>  • 创建活动：填写活动名称、时间、地点、价格等信息</a:t>
            </a:r>
          </a:p>
          <a:p>
            <a:pPr>
              <a:defRPr sz="1800"/>
            </a:pPr>
            <a:r>
              <a:t>  • 发布活动：设置活动上架/下架状态</a:t>
            </a:r>
          </a:p>
          <a:p>
            <a:pPr>
              <a:defRPr sz="1800"/>
            </a:pPr>
            <a:r>
              <a:t>  • 活动订单：查看活动报名订单，处理退款申请</a:t>
            </a:r>
          </a:p>
          <a:p>
            <a:pPr>
              <a:defRPr sz="1800"/>
            </a:pPr>
            <a:r>
              <a:t>  • 核销管理：为活动指定核销员，管理门票核销</a:t>
            </a:r>
          </a:p>
          <a:p>
            <a:pPr>
              <a:defRPr sz="1800"/>
            </a:pPr>
            <a:r>
              <a:t>  • 评价管理：审核用户对活动的评价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场地管理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功能模块：</a:t>
            </a:r>
          </a:p>
          <a:p>
            <a:pPr>
              <a:defRPr sz="1800"/>
            </a:pPr>
            <a:r>
              <a:t>  • 场地列表：创建和管理各类场地信息</a:t>
            </a:r>
          </a:p>
          <a:p>
            <a:pPr>
              <a:defRPr sz="1800"/>
            </a:pPr>
            <a:r>
              <a:t>  • 场地预定看板：查看场地预定情况，可视化展示</a:t>
            </a:r>
          </a:p>
          <a:p>
            <a:pPr>
              <a:defRPr sz="1800"/>
            </a:pPr>
            <a:r>
              <a:t>  • 场地订单：管理场地预订订单，处理退款</a:t>
            </a:r>
          </a:p>
          <a:p>
            <a:pPr>
              <a:defRPr sz="1800"/>
            </a:pPr>
            <a:r>
              <a:t>主要操作：</a:t>
            </a:r>
          </a:p>
          <a:p>
            <a:pPr>
              <a:defRPr sz="1800"/>
            </a:pPr>
            <a:r>
              <a:t>  • 添加场地：录入场地名称、类型、营业时间、价格</a:t>
            </a:r>
          </a:p>
          <a:p>
            <a:pPr>
              <a:defRPr sz="1800"/>
            </a:pPr>
            <a:r>
              <a:t>  • 子场地管理：为场地添加具体的子场地</a:t>
            </a:r>
          </a:p>
          <a:p>
            <a:pPr>
              <a:defRPr sz="1800"/>
            </a:pPr>
            <a:r>
              <a:t>  • 预定管理：管理员可代客户预定场地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订单管理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功能概述：统一查看和管理所有订单</a:t>
            </a:r>
          </a:p>
          <a:p>
            <a:pPr>
              <a:defRPr sz="1800"/>
            </a:pPr>
            <a:r>
              <a:t>订单类型：</a:t>
            </a:r>
          </a:p>
          <a:p>
            <a:pPr>
              <a:defRPr sz="1800"/>
            </a:pPr>
            <a:r>
              <a:t>  • 活动订单：用户报名活动产生的订单</a:t>
            </a:r>
          </a:p>
          <a:p>
            <a:pPr>
              <a:defRPr sz="1800"/>
            </a:pPr>
            <a:r>
              <a:t>  • 场地订单：场地预订产生的订单</a:t>
            </a:r>
          </a:p>
          <a:p>
            <a:pPr>
              <a:defRPr sz="1800"/>
            </a:pPr>
            <a:r>
              <a:t>  • 积分订单：积分兑换产生的订单</a:t>
            </a:r>
          </a:p>
          <a:p>
            <a:pPr>
              <a:defRPr sz="1800"/>
            </a:pPr>
            <a:r>
              <a:t>主要操作：</a:t>
            </a:r>
          </a:p>
          <a:p>
            <a:pPr>
              <a:defRPr sz="1800"/>
            </a:pPr>
            <a:r>
              <a:t>  • 订单查询：按订单编号、用户信息等条件查询</a:t>
            </a:r>
          </a:p>
          <a:p>
            <a:pPr>
              <a:defRPr sz="1800"/>
            </a:pPr>
            <a:r>
              <a:t>  • 订单详情：查看订单完整信息</a:t>
            </a:r>
          </a:p>
          <a:p>
            <a:pPr>
              <a:defRPr sz="1800"/>
            </a:pPr>
            <a:r>
              <a:t>  • 退款审核：审核用户提交的退款申请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功能模块：</a:t>
            </a:r>
          </a:p>
          <a:p>
            <a:pPr>
              <a:defRPr sz="1800"/>
            </a:pPr>
            <a:r>
              <a:t>  • 普通用户：管理C端用户信息</a:t>
            </a:r>
          </a:p>
          <a:p>
            <a:pPr>
              <a:defRPr sz="1800"/>
            </a:pPr>
            <a:r>
              <a:t>  • 用户订单：查看用户的所有订单记录</a:t>
            </a:r>
          </a:p>
          <a:p>
            <a:pPr>
              <a:defRPr sz="1800"/>
            </a:pPr>
            <a:r>
              <a:t>主要操作：</a:t>
            </a:r>
          </a:p>
          <a:p>
            <a:pPr>
              <a:defRPr sz="1800"/>
            </a:pPr>
            <a:r>
              <a:t>  • 用户查询：通过姓名、手机号查询用户</a:t>
            </a:r>
          </a:p>
          <a:p>
            <a:pPr>
              <a:defRPr sz="1800"/>
            </a:pPr>
            <a:r>
              <a:t>  • 用户详情：查看用户基本信息和消费记录</a:t>
            </a:r>
          </a:p>
          <a:p>
            <a:pPr>
              <a:defRPr sz="1800"/>
            </a:pPr>
            <a:r>
              <a:t>  • 订单查看：查看用户的活动订单和场地订单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优惠券与积分管理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优惠券管理：</a:t>
            </a:r>
          </a:p>
          <a:p>
            <a:pPr>
              <a:defRPr sz="1800"/>
            </a:pPr>
            <a:r>
              <a:t>  • 创建优惠券：设置优惠券面额、使用条件、有效期</a:t>
            </a:r>
          </a:p>
          <a:p>
            <a:pPr>
              <a:defRPr sz="1800"/>
            </a:pPr>
            <a:r>
              <a:t>  • 发放管理：向特定用户或全体用户发放优惠券</a:t>
            </a:r>
          </a:p>
          <a:p>
            <a:pPr>
              <a:defRPr sz="1800"/>
            </a:pPr>
            <a:r>
              <a:t>积分管理：</a:t>
            </a:r>
          </a:p>
          <a:p>
            <a:pPr>
              <a:defRPr sz="1800"/>
            </a:pPr>
            <a:r>
              <a:t>  • 规则设置：配置积分获取和消耗规则</a:t>
            </a:r>
          </a:p>
          <a:p>
            <a:pPr>
              <a:defRPr sz="1800"/>
            </a:pPr>
            <a:r>
              <a:t>  • 积分商城：添加积分兑换商品，设置兑换规则</a:t>
            </a:r>
          </a:p>
          <a:p>
            <a:pPr>
              <a:defRPr sz="1800"/>
            </a:pPr>
            <a:r>
              <a:t>  • 积分用户：查看用户积分余额和变动记录</a:t>
            </a:r>
          </a:p>
          <a:p>
            <a:pPr>
              <a:defRPr sz="1800"/>
            </a:pPr>
            <a:r>
              <a:t>  • 积分订单：管理积分兑换订单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员工与财务管理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员工管理：</a:t>
            </a:r>
          </a:p>
          <a:p>
            <a:pPr>
              <a:defRPr sz="1800"/>
            </a:pPr>
            <a:r>
              <a:t>  • 添加员工：录入员工基本信息</a:t>
            </a:r>
          </a:p>
          <a:p>
            <a:pPr>
              <a:defRPr sz="1800"/>
            </a:pPr>
            <a:r>
              <a:t>  • 权限设置：为员工分配系统权限</a:t>
            </a:r>
          </a:p>
          <a:p>
            <a:pPr>
              <a:defRPr sz="1800"/>
            </a:pPr>
            <a:r>
              <a:t>  • 核销权限：指定员工为核销员</a:t>
            </a:r>
          </a:p>
          <a:p>
            <a:pPr>
              <a:defRPr sz="1800"/>
            </a:pPr>
            <a:r>
              <a:t>财务管理：</a:t>
            </a:r>
          </a:p>
          <a:p>
            <a:pPr>
              <a:defRPr sz="1800"/>
            </a:pPr>
            <a:r>
              <a:t>  • 商户结算审核：审核商户结算申请</a:t>
            </a:r>
          </a:p>
          <a:p>
            <a:pPr>
              <a:defRPr sz="1800"/>
            </a:pPr>
            <a:r>
              <a:t>  • 收入统计：查看各类收入数据</a:t>
            </a:r>
          </a:p>
          <a:p>
            <a:pPr>
              <a:defRPr sz="1800"/>
            </a:pPr>
            <a:r>
              <a:t>  • 财务报表：生成和导出财务报表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功能概述：提供多维度数据分析和统计</a:t>
            </a:r>
          </a:p>
          <a:p>
            <a:pPr>
              <a:defRPr sz="1800"/>
            </a:pPr>
            <a:r>
              <a:t>主要功能：</a:t>
            </a:r>
          </a:p>
          <a:p>
            <a:pPr>
              <a:defRPr sz="1800"/>
            </a:pPr>
            <a:r>
              <a:t>  • 销售数据统计：出票数、退票数、营业额、实收等</a:t>
            </a:r>
          </a:p>
          <a:p>
            <a:pPr>
              <a:defRPr sz="1800"/>
            </a:pPr>
            <a:r>
              <a:t>  • 时间维度：按日、月、季度、年度统计</a:t>
            </a:r>
          </a:p>
          <a:p>
            <a:pPr>
              <a:defRPr sz="1800"/>
            </a:pPr>
            <a:r>
              <a:t>  • 趋势分析：图表展示数据变化趋势</a:t>
            </a:r>
          </a:p>
          <a:p>
            <a:pPr>
              <a:defRPr sz="1800"/>
            </a:pPr>
            <a:r>
              <a:t>  • 数据导出：支持导出Excel报表</a:t>
            </a:r>
          </a:p>
          <a:p>
            <a:pPr>
              <a:defRPr sz="1800"/>
            </a:pPr>
            <a:r>
              <a:t>  • 实时监控：实时查看当前运营数据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功能模块：</a:t>
            </a:r>
          </a:p>
          <a:p>
            <a:pPr>
              <a:defRPr sz="1800"/>
            </a:pPr>
            <a:r>
              <a:t>  • Banner管理：管理小程序首页轮播图</a:t>
            </a:r>
          </a:p>
          <a:p>
            <a:pPr>
              <a:defRPr sz="1800"/>
            </a:pPr>
            <a:r>
              <a:t>  • 小游戏管理：配置小程序中的互动游戏</a:t>
            </a:r>
          </a:p>
          <a:p>
            <a:pPr>
              <a:defRPr sz="1800"/>
            </a:pPr>
            <a:r>
              <a:t>  • 操作日志：查看系统操作记录，安全审计</a:t>
            </a:r>
          </a:p>
          <a:p>
            <a:pPr>
              <a:defRPr sz="1800"/>
            </a:pPr>
            <a:r>
              <a:t>主要操作：</a:t>
            </a:r>
          </a:p>
          <a:p>
            <a:pPr>
              <a:defRPr sz="1800"/>
            </a:pPr>
            <a:r>
              <a:t>  • 轮播图设置：上传图片，设置链接和显示顺序</a:t>
            </a:r>
          </a:p>
          <a:p>
            <a:pPr>
              <a:defRPr sz="1800"/>
            </a:pPr>
            <a:r>
              <a:t>  • 游戏配置：创建和管理小游戏活动</a:t>
            </a:r>
          </a:p>
          <a:p>
            <a:pPr>
              <a:defRPr sz="1800"/>
            </a:pPr>
            <a:r>
              <a:t>  • 日志查询：按时间、操作人、操作类型查询日志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Q1：如何重置密码？</a:t>
            </a:r>
          </a:p>
          <a:p>
            <a:pPr>
              <a:defRPr sz="1800"/>
            </a:pPr>
            <a:r>
              <a:t>  • 联系系统管理员重置密码</a:t>
            </a:r>
          </a:p>
          <a:p>
            <a:pPr>
              <a:defRPr sz="1800"/>
            </a:pPr>
            <a:r>
              <a:t>Q2：订单退款如何处理？</a:t>
            </a:r>
          </a:p>
          <a:p>
            <a:pPr>
              <a:defRPr sz="1800"/>
            </a:pPr>
            <a:r>
              <a:t>  • 在订单管理中审核退款申请，同意后自动退款</a:t>
            </a:r>
          </a:p>
          <a:p>
            <a:pPr>
              <a:defRPr sz="1800"/>
            </a:pPr>
            <a:r>
              <a:t>Q3：如何指定核销员？</a:t>
            </a:r>
          </a:p>
          <a:p>
            <a:pPr>
              <a:defRPr sz="1800"/>
            </a:pPr>
            <a:r>
              <a:t>  • 在活动管理中，为活动指定核销员</a:t>
            </a:r>
          </a:p>
          <a:p>
            <a:pPr>
              <a:defRPr sz="1800"/>
            </a:pPr>
            <a:r>
              <a:t>Q4：数据统计不准确怎么办？</a:t>
            </a:r>
          </a:p>
          <a:p>
            <a:pPr>
              <a:defRPr sz="1800"/>
            </a:pPr>
            <a:r>
              <a:t>  • 检查时间范围设置，刷新页面重新加载数据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培训支持：</a:t>
            </a:r>
          </a:p>
          <a:p>
            <a:pPr>
              <a:defRPr sz="1800"/>
            </a:pPr>
            <a:r>
              <a:t>  • 提供现场培训和远程培训</a:t>
            </a:r>
          </a:p>
          <a:p>
            <a:pPr>
              <a:defRPr sz="1800"/>
            </a:pPr>
            <a:r>
              <a:t>  • 培训手册和视频教程</a:t>
            </a:r>
          </a:p>
          <a:p>
            <a:pPr>
              <a:defRPr sz="1800"/>
            </a:pPr>
            <a:r>
              <a:t>技术支持：</a:t>
            </a:r>
          </a:p>
          <a:p>
            <a:pPr>
              <a:defRPr sz="1800"/>
            </a:pPr>
            <a:r>
              <a:t>  • 工作日9:00-18:00技术支持热线</a:t>
            </a:r>
          </a:p>
          <a:p>
            <a:pPr>
              <a:defRPr sz="1800"/>
            </a:pPr>
            <a:r>
              <a:t>  • 在线客服支持</a:t>
            </a:r>
          </a:p>
          <a:p>
            <a:pPr>
              <a:defRPr sz="1800"/>
            </a:pPr>
            <a:r>
              <a:t>  • 邮件支持：support@company.com</a:t>
            </a:r>
          </a:p>
          <a:p>
            <a:pPr>
              <a:defRPr sz="1800"/>
            </a:pPr>
            <a:r>
              <a:t>祝您使用愉快！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