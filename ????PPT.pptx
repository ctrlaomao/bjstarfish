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3366"/>
                </a:solidFill>
              </a:defRPr>
            </a:pPr>
            <a:r>
              <a:t>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95959"/>
                </a:solidFill>
              </a:defRPr>
            </a:pPr>
            <a:r>
              <a:t>???????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????</a:t>
            </a:r>
          </a:p>
          <a:p>
            <a:pPr>
              <a:spcAft>
                <a:spcPts val="600"/>
              </a:spcAft>
              <a:defRPr sz="1600"/>
            </a:pPr>
            <a:r>
              <a:t>? ????????????</a:t>
            </a:r>
          </a:p>
          <a:p>
            <a:pPr>
              <a:spcAft>
                <a:spcPts val="600"/>
              </a:spcAft>
              <a:defRPr sz="1600"/>
            </a:pPr>
            <a:r>
              <a:t>? ?????????????</a:t>
            </a:r>
          </a:p>
          <a:p>
            <a:pPr>
              <a:spcAft>
                <a:spcPts val="600"/>
              </a:spcAft>
              <a:defRPr sz="1600"/>
            </a:pPr>
            <a:r>
              <a:t>? ???????????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????</a:t>
            </a:r>
          </a:p>
          <a:p>
            <a:pPr>
              <a:spcAft>
                <a:spcPts val="600"/>
              </a:spcAft>
              <a:defRPr sz="1600"/>
            </a:pPr>
            <a:r>
              <a:t>? ????????</a:t>
            </a:r>
          </a:p>
          <a:p>
            <a:pPr>
              <a:spcAft>
                <a:spcPts val="600"/>
              </a:spcAft>
              <a:defRPr sz="1600"/>
            </a:pPr>
            <a:r>
              <a:t>? ????????</a:t>
            </a:r>
          </a:p>
          <a:p>
            <a:pPr>
              <a:spcAft>
                <a:spcPts val="600"/>
              </a:spcAft>
              <a:defRPr sz="1600"/>
            </a:pPr>
            <a:r>
              <a:t>? ???????</a:t>
            </a:r>
          </a:p>
          <a:p>
            <a:pPr>
              <a:spcAft>
                <a:spcPts val="600"/>
              </a:spcAft>
              <a:defRPr sz="1600"/>
            </a:pPr>
            <a:r>
              <a:t>? ???????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????</a:t>
            </a:r>
          </a:p>
          <a:p>
            <a:pPr>
              <a:spcAft>
                <a:spcPts val="600"/>
              </a:spcAft>
              <a:defRPr sz="1600"/>
            </a:pPr>
            <a:r>
              <a:t>? ?????2023?4?</a:t>
            </a:r>
          </a:p>
          <a:p>
            <a:pPr>
              <a:spcAft>
                <a:spcPts val="600"/>
              </a:spcAft>
              <a:defRPr sz="1600"/>
            </a:pPr>
            <a:r>
              <a:t>? ??????????????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??????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1. ???????</a:t>
            </a:r>
          </a:p>
          <a:p>
            <a:pPr lvl="1">
              <a:spcAft>
                <a:spcPts val="600"/>
              </a:spcAft>
              <a:defRPr sz="1400"/>
            </a:pPr>
            <a:r>
              <a:t>   ? ??????</a:t>
            </a:r>
          </a:p>
          <a:p>
            <a:pPr lvl="1">
              <a:spcAft>
                <a:spcPts val="600"/>
              </a:spcAft>
              <a:defRPr sz="1400"/>
            </a:pPr>
            <a:r>
              <a:t>   ? ??????</a:t>
            </a:r>
          </a:p>
          <a:p>
            <a:pPr lvl="1">
              <a:spcAft>
                <a:spcPts val="600"/>
              </a:spcAft>
              <a:defRPr sz="1400"/>
            </a:pPr>
            <a:r>
              <a:t>   ? ??????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2. ????</a:t>
            </a:r>
          </a:p>
          <a:p>
            <a:pPr lvl="1">
              <a:spcAft>
                <a:spcPts val="600"/>
              </a:spcAft>
              <a:defRPr sz="1400"/>
            </a:pPr>
            <a:r>
              <a:t>   ? ????</a:t>
            </a:r>
          </a:p>
          <a:p>
            <a:pPr lvl="1">
              <a:spcAft>
                <a:spcPts val="600"/>
              </a:spcAft>
              <a:defRPr sz="1400"/>
            </a:pPr>
            <a:r>
              <a:t>   ? ?????</a:t>
            </a:r>
          </a:p>
          <a:p>
            <a:pPr lvl="1">
              <a:spcAft>
                <a:spcPts val="600"/>
              </a:spcAft>
              <a:defRPr sz="1400"/>
            </a:pPr>
            <a:r>
              <a:t>   ? ????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3. ????</a:t>
            </a:r>
          </a:p>
          <a:p>
            <a:pPr lvl="1">
              <a:spcAft>
                <a:spcPts val="600"/>
              </a:spcAft>
              <a:defRPr sz="1400"/>
            </a:pPr>
            <a:r>
              <a:t>   ? ????</a:t>
            </a:r>
          </a:p>
          <a:p>
            <a:pPr lvl="1">
              <a:spcAft>
                <a:spcPts val="600"/>
              </a:spcAft>
              <a:defRPr sz="1400"/>
            </a:pPr>
            <a:r>
              <a:t>   ? ????</a:t>
            </a:r>
          </a:p>
          <a:p>
            <a:pPr lvl="1">
              <a:spcAft>
                <a:spcPts val="600"/>
              </a:spcAft>
              <a:defRPr sz="1400"/>
            </a:pPr>
            <a:r>
              <a:t>   ? ????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?????????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4. ????</a:t>
            </a:r>
          </a:p>
          <a:p>
            <a:pPr lvl="1">
              <a:spcAft>
                <a:spcPts val="600"/>
              </a:spcAft>
              <a:defRPr sz="1400"/>
            </a:pPr>
            <a:r>
              <a:t>   ? ????</a:t>
            </a:r>
          </a:p>
          <a:p>
            <a:pPr lvl="1">
              <a:spcAft>
                <a:spcPts val="600"/>
              </a:spcAft>
              <a:defRPr sz="1400"/>
            </a:pPr>
            <a:r>
              <a:t>   ? ????</a:t>
            </a:r>
          </a:p>
          <a:p>
            <a:pPr lvl="1">
              <a:spcAft>
                <a:spcPts val="600"/>
              </a:spcAft>
              <a:defRPr sz="1400"/>
            </a:pPr>
            <a:r>
              <a:t>   ? ????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5. ????</a:t>
            </a:r>
          </a:p>
          <a:p>
            <a:pPr lvl="1">
              <a:spcAft>
                <a:spcPts val="600"/>
              </a:spcAft>
              <a:defRPr sz="1400"/>
            </a:pPr>
            <a:r>
              <a:t>   ? ????</a:t>
            </a:r>
          </a:p>
          <a:p>
            <a:pPr lvl="1">
              <a:spcAft>
                <a:spcPts val="600"/>
              </a:spcAft>
              <a:defRPr sz="1400"/>
            </a:pPr>
            <a:r>
              <a:t>   ? ????</a:t>
            </a:r>
          </a:p>
          <a:p>
            <a:pPr lvl="1">
              <a:spcAft>
                <a:spcPts val="600"/>
              </a:spcAft>
              <a:defRPr sz="1400"/>
            </a:pPr>
            <a:r>
              <a:t>   ? ????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6. ????</a:t>
            </a:r>
          </a:p>
          <a:p>
            <a:pPr lvl="1">
              <a:spcAft>
                <a:spcPts val="600"/>
              </a:spcAft>
              <a:defRPr sz="1400"/>
            </a:pPr>
            <a:r>
              <a:t>   ? ????</a:t>
            </a:r>
          </a:p>
          <a:p>
            <a:pPr lvl="1">
              <a:spcAft>
                <a:spcPts val="600"/>
              </a:spcAft>
              <a:defRPr sz="1400"/>
            </a:pPr>
            <a:r>
              <a:t>   ? ????</a:t>
            </a:r>
          </a:p>
          <a:p>
            <a:pPr lvl="1">
              <a:spcAft>
                <a:spcPts val="600"/>
              </a:spcAft>
              <a:defRPr sz="1400"/>
            </a:pPr>
            <a:r>
              <a:t>   ? ????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????</a:t>
            </a:r>
          </a:p>
          <a:p>
            <a:pPr>
              <a:spcAft>
                <a:spcPts val="600"/>
              </a:spcAft>
              <a:defRPr sz="1600"/>
            </a:pPr>
            <a:r>
              <a:t>? ?????</a:t>
            </a:r>
          </a:p>
          <a:p>
            <a:pPr>
              <a:spcAft>
                <a:spcPts val="600"/>
              </a:spcAft>
              <a:defRPr sz="1600"/>
            </a:pPr>
            <a:r>
              <a:t>? ?????</a:t>
            </a:r>
          </a:p>
          <a:p>
            <a:pPr>
              <a:spcAft>
                <a:spcPts val="600"/>
              </a:spcAft>
              <a:defRPr sz="1600"/>
            </a:pPr>
            <a:r>
              <a:t>? ?????</a:t>
            </a:r>
          </a:p>
          <a:p>
            <a:pPr>
              <a:spcAft>
                <a:spcPts val="600"/>
              </a:spcAft>
              <a:defRPr sz="1600"/>
            </a:pPr>
            <a:r>
              <a:t>? ?????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??????</a:t>
            </a:r>
          </a:p>
          <a:p>
            <a:pPr>
              <a:spcAft>
                <a:spcPts val="600"/>
              </a:spcAft>
              <a:defRPr sz="1600"/>
            </a:pPr>
            <a:r>
              <a:t>? ??????</a:t>
            </a:r>
          </a:p>
          <a:p>
            <a:pPr>
              <a:spcAft>
                <a:spcPts val="600"/>
              </a:spcAft>
              <a:defRPr sz="1600"/>
            </a:pPr>
            <a:r>
              <a:t>? ??????</a:t>
            </a:r>
          </a:p>
          <a:p>
            <a:pPr>
              <a:spcAft>
                <a:spcPts val="600"/>
              </a:spcAft>
              <a:defRPr sz="1600"/>
            </a:pPr>
            <a:r>
              <a:t>? ??????</a:t>
            </a:r>
          </a:p>
          <a:p>
            <a:pPr>
              <a:spcAft>
                <a:spcPts val="600"/>
              </a:spcAft>
              <a:defRPr sz="1600"/>
            </a:pPr>
            <a:r>
              <a:t>? ??????</a:t>
            </a:r>
          </a:p>
          <a:p>
            <a:pPr>
              <a:spcAft>
                <a:spcPts val="600"/>
              </a:spcAft>
              <a:defRPr sz="1600"/>
            </a:pPr>
            <a:r>
              <a:t>? ??????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????</a:t>
            </a:r>
          </a:p>
          <a:p>
            <a:pPr>
              <a:spcAft>
                <a:spcPts val="600"/>
              </a:spcAft>
              <a:defRPr sz="1600"/>
            </a:pPr>
            <a:r>
              <a:t>? ??????</a:t>
            </a:r>
          </a:p>
          <a:p>
            <a:pPr>
              <a:spcAft>
                <a:spcPts val="600"/>
              </a:spcAft>
              <a:defRPr sz="1600"/>
            </a:pPr>
            <a:r>
              <a:t>? ?????</a:t>
            </a:r>
          </a:p>
          <a:p>
            <a:pPr>
              <a:spcAft>
                <a:spcPts val="600"/>
              </a:spcAft>
              <a:defRPr sz="1600"/>
            </a:pPr>
            <a:r>
              <a:t>? ?????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??????????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1. ????</a:t>
            </a:r>
          </a:p>
          <a:p>
            <a:pPr>
              <a:spcAft>
                <a:spcPts val="600"/>
              </a:spcAft>
              <a:defRPr sz="1600"/>
            </a:pPr>
            <a:r>
              <a:t>? ??????</a:t>
            </a:r>
          </a:p>
          <a:p>
            <a:pPr>
              <a:spcAft>
                <a:spcPts val="600"/>
              </a:spcAft>
              <a:defRPr sz="1600"/>
            </a:pPr>
            <a:r>
              <a:t>? ?????</a:t>
            </a:r>
          </a:p>
          <a:p>
            <a:pPr>
              <a:spcAft>
                <a:spcPts val="600"/>
              </a:spcAft>
              <a:defRPr sz="1600"/>
            </a:pPr>
            <a:r>
              <a:t>? ?????????</a:t>
            </a:r>
          </a:p>
          <a:p>
            <a:pPr>
              <a:spcAft>
                <a:spcPts val="600"/>
              </a:spcAft>
              <a:defRPr sz="1600"/>
            </a:pPr>
            <a:r>
              <a:t>? ??????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2. ?????</a:t>
            </a:r>
          </a:p>
          <a:p>
            <a:pPr>
              <a:spcAft>
                <a:spcPts val="600"/>
              </a:spcAft>
              <a:defRPr sz="1600"/>
            </a:pPr>
            <a:r>
              <a:t>? ?????1?</a:t>
            </a:r>
          </a:p>
          <a:p>
            <a:pPr>
              <a:spcAft>
                <a:spcPts val="600"/>
              </a:spcAft>
              <a:defRPr sz="1600"/>
            </a:pPr>
            <a:r>
              <a:t>? ??????1?</a:t>
            </a:r>
          </a:p>
          <a:p>
            <a:pPr>
              <a:spcAft>
                <a:spcPts val="600"/>
              </a:spcAft>
              <a:defRPr sz="1600"/>
            </a:pPr>
            <a:r>
              <a:t>? ????????</a:t>
            </a:r>
          </a:p>
          <a:p>
            <a:pPr>
              <a:spcAft>
                <a:spcPts val="600"/>
              </a:spcAft>
              <a:defRPr sz="1600"/>
            </a:pPr>
            <a:r>
              <a:t>? ????????</a:t>
            </a:r>
          </a:p>
          <a:p>
            <a:pPr>
              <a:spcAft>
                <a:spcPts val="600"/>
              </a:spcAft>
              <a:defRPr sz="1600"/>
            </a:pPr>
            <a:r>
              <a:t>? UI/UX??????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3. ????</a:t>
            </a:r>
          </a:p>
          <a:p>
            <a:pPr>
              <a:spcAft>
                <a:spcPts val="600"/>
              </a:spcAft>
              <a:defRPr sz="1600"/>
            </a:pPr>
            <a:r>
              <a:t>? ???????</a:t>
            </a:r>
          </a:p>
          <a:p>
            <a:pPr>
              <a:spcAft>
                <a:spcPts val="600"/>
              </a:spcAft>
              <a:defRPr sz="1600"/>
            </a:pPr>
            <a:r>
              <a:t>? ???????????</a:t>
            </a:r>
          </a:p>
          <a:p>
            <a:pPr>
              <a:spcAft>
                <a:spcPts val="600"/>
              </a:spcAft>
              <a:defRPr sz="1600"/>
            </a:pPr>
            <a:r>
              <a:t>? ???????????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???????????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4. ????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??????</a:t>
            </a:r>
          </a:p>
          <a:p>
            <a:pPr>
              <a:spcAft>
                <a:spcPts val="600"/>
              </a:spcAft>
              <a:defRPr sz="1600"/>
            </a:pPr>
            <a:r>
              <a:t>? 2023?4? - ????</a:t>
            </a:r>
          </a:p>
          <a:p>
            <a:pPr>
              <a:spcAft>
                <a:spcPts val="600"/>
              </a:spcAft>
              <a:defRPr sz="1600"/>
            </a:pPr>
            <a:r>
              <a:t>? 2023?5? - ????</a:t>
            </a:r>
          </a:p>
          <a:p>
            <a:pPr>
              <a:spcAft>
                <a:spcPts val="600"/>
              </a:spcAft>
              <a:defRPr sz="1600"/>
            </a:pPr>
            <a:r>
              <a:t>? 2023?6? - ????</a:t>
            </a:r>
          </a:p>
          <a:p>
            <a:pPr>
              <a:spcAft>
                <a:spcPts val="600"/>
              </a:spcAft>
              <a:defRPr sz="1600"/>
            </a:pPr>
            <a:r>
              <a:t>? 2023?7-9? - ????</a:t>
            </a:r>
          </a:p>
          <a:p>
            <a:pPr>
              <a:spcAft>
                <a:spcPts val="600"/>
              </a:spcAft>
              <a:defRPr sz="1600"/>
            </a:pPr>
            <a:r>
              <a:t>? 2023?10? - ????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?????</a:t>
            </a:r>
          </a:p>
          <a:p>
            <a:pPr>
              <a:spcAft>
                <a:spcPts val="600"/>
              </a:spcAft>
              <a:defRPr sz="1600"/>
            </a:pPr>
            <a:r>
              <a:t>? ???????</a:t>
            </a:r>
          </a:p>
          <a:p>
            <a:pPr>
              <a:spcAft>
                <a:spcPts val="600"/>
              </a:spcAft>
              <a:defRPr sz="1600"/>
            </a:pPr>
            <a:r>
              <a:t>? ????</a:t>
            </a:r>
          </a:p>
          <a:p>
            <a:pPr>
              <a:spcAft>
                <a:spcPts val="600"/>
              </a:spcAft>
              <a:defRPr sz="1600"/>
            </a:pPr>
            <a:r>
              <a:t>? ????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?????</a:t>
            </a:r>
          </a:p>
          <a:p>
            <a:pPr>
              <a:spcAft>
                <a:spcPts val="600"/>
              </a:spcAft>
              <a:defRPr sz="1600"/>
            </a:pPr>
            <a:r>
              <a:t>? ??????</a:t>
            </a:r>
          </a:p>
          <a:p>
            <a:pPr>
              <a:spcAft>
                <a:spcPts val="600"/>
              </a:spcAft>
              <a:defRPr sz="1600"/>
            </a:pPr>
            <a:r>
              <a:t>? ????</a:t>
            </a:r>
          </a:p>
          <a:p>
            <a:pPr>
              <a:spcAft>
                <a:spcPts val="600"/>
              </a:spcAft>
              <a:defRPr sz="1600"/>
            </a:pPr>
            <a:r>
              <a:t>? ??????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???????????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5. ?????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?????</a:t>
            </a:r>
          </a:p>
          <a:p>
            <a:pPr>
              <a:spcAft>
                <a:spcPts val="600"/>
              </a:spcAft>
              <a:defRPr sz="1600"/>
            </a:pPr>
            <a:r>
              <a:t>? ???????</a:t>
            </a:r>
          </a:p>
          <a:p>
            <a:pPr>
              <a:spcAft>
                <a:spcPts val="600"/>
              </a:spcAft>
              <a:defRPr sz="1600"/>
            </a:pPr>
            <a:r>
              <a:t>? ??????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?????</a:t>
            </a:r>
          </a:p>
          <a:p>
            <a:pPr>
              <a:spcAft>
                <a:spcPts val="600"/>
              </a:spcAft>
              <a:defRPr sz="1600"/>
            </a:pPr>
            <a:r>
              <a:t>? ????????</a:t>
            </a:r>
          </a:p>
          <a:p>
            <a:pPr>
              <a:spcAft>
                <a:spcPts val="600"/>
              </a:spcAft>
              <a:defRPr sz="1600"/>
            </a:pPr>
            <a:r>
              <a:t>? ???????</a:t>
            </a:r>
          </a:p>
          <a:p>
            <a:pPr>
              <a:spcAft>
                <a:spcPts val="600"/>
              </a:spcAft>
              <a:defRPr sz="1600"/>
            </a:pPr>
            <a:r>
              <a:t>? ??????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?????</a:t>
            </a:r>
          </a:p>
          <a:p>
            <a:pPr>
              <a:spcAft>
                <a:spcPts val="600"/>
              </a:spcAft>
              <a:defRPr sz="1600"/>
            </a:pPr>
            <a:r>
              <a:t>? ???</a:t>
            </a:r>
          </a:p>
          <a:p>
            <a:pPr>
              <a:spcAft>
                <a:spcPts val="600"/>
              </a:spcAft>
              <a:defRPr sz="1600"/>
            </a:pPr>
            <a:r>
              <a:t>? ??????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?????</a:t>
            </a:r>
          </a:p>
          <a:p>
            <a:pPr>
              <a:spcAft>
                <a:spcPts val="600"/>
              </a:spcAft>
              <a:defRPr sz="1600"/>
            </a:pPr>
            <a:r>
              <a:t>? ????</a:t>
            </a:r>
          </a:p>
          <a:p>
            <a:pPr>
              <a:spcAft>
                <a:spcPts val="600"/>
              </a:spcAft>
              <a:defRPr sz="1600"/>
            </a:pPr>
            <a:r>
              <a:t>? ????</a:t>
            </a:r>
          </a:p>
          <a:p>
            <a:pPr>
              <a:spcAft>
                <a:spcPts val="600"/>
              </a:spcAft>
              <a:defRPr sz="1600"/>
            </a:pPr>
            <a:r>
              <a:t>? Bug????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1. ?????</a:t>
            </a:r>
          </a:p>
          <a:p>
            <a:pPr>
              <a:spcAft>
                <a:spcPts val="600"/>
              </a:spcAft>
              <a:defRPr sz="1600"/>
            </a:pPr>
            <a:r>
              <a:t>? ????????</a:t>
            </a:r>
          </a:p>
          <a:p>
            <a:pPr>
              <a:spcAft>
                <a:spcPts val="600"/>
              </a:spcAft>
              <a:defRPr sz="1600"/>
            </a:pPr>
            <a:r>
              <a:t>? ?????</a:t>
            </a:r>
          </a:p>
          <a:p>
            <a:pPr>
              <a:spcAft>
                <a:spcPts val="600"/>
              </a:spcAft>
              <a:defRPr sz="1600"/>
            </a:pPr>
            <a:r>
              <a:t>? ?????</a:t>
            </a:r>
          </a:p>
          <a:p>
            <a:pPr>
              <a:spcAft>
                <a:spcPts val="600"/>
              </a:spcAft>
              <a:defRPr sz="1600"/>
            </a:pPr>
            <a:r>
              <a:t>? ????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2. ?????</a:t>
            </a:r>
          </a:p>
          <a:p>
            <a:pPr>
              <a:spcAft>
                <a:spcPts val="600"/>
              </a:spcAft>
              <a:defRPr sz="1600"/>
            </a:pPr>
            <a:r>
              <a:t>? ???????</a:t>
            </a:r>
          </a:p>
          <a:p>
            <a:pPr>
              <a:spcAft>
                <a:spcPts val="600"/>
              </a:spcAft>
              <a:defRPr sz="1600"/>
            </a:pPr>
            <a:r>
              <a:t>? ??????</a:t>
            </a:r>
          </a:p>
          <a:p>
            <a:pPr>
              <a:spcAft>
                <a:spcPts val="600"/>
              </a:spcAft>
              <a:defRPr sz="1600"/>
            </a:pPr>
            <a:r>
              <a:t>? ??????</a:t>
            </a:r>
          </a:p>
          <a:p>
            <a:pPr>
              <a:spcAft>
                <a:spcPts val="600"/>
              </a:spcAft>
              <a:defRPr sz="1600"/>
            </a:pPr>
            <a:r>
              <a:t>? ??????</a:t>
            </a:r>
          </a:p>
          <a:p>
            <a:pPr>
              <a:spcAft>
                <a:spcPts val="600"/>
              </a:spcAft>
              <a:defRPr sz="1600"/>
            </a:pPr>
            <a:r>
              <a:t>? API????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3. ?????</a:t>
            </a:r>
          </a:p>
          <a:p>
            <a:pPr>
              <a:spcAft>
                <a:spcPts val="600"/>
              </a:spcAft>
              <a:defRPr sz="1600"/>
            </a:pPr>
            <a:r>
              <a:t>? ??PPT</a:t>
            </a:r>
          </a:p>
          <a:p>
            <a:pPr>
              <a:spcAft>
                <a:spcPts val="600"/>
              </a:spcAft>
              <a:defRPr sz="1600"/>
            </a:pPr>
            <a:r>
              <a:t>? ????</a:t>
            </a:r>
          </a:p>
          <a:p>
            <a:pPr>
              <a:spcAft>
                <a:spcPts val="600"/>
              </a:spcAft>
              <a:defRPr sz="1600"/>
            </a:pPr>
            <a:r>
              <a:t>? ??????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????????- 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4. ??????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?????</a:t>
            </a:r>
          </a:p>
          <a:p>
            <a:pPr>
              <a:spcAft>
                <a:spcPts val="600"/>
              </a:spcAft>
              <a:defRPr sz="1600"/>
            </a:pPr>
            <a:r>
              <a:t>? ????????</a:t>
            </a:r>
          </a:p>
          <a:p>
            <a:pPr>
              <a:spcAft>
                <a:spcPts val="600"/>
              </a:spcAft>
              <a:defRPr sz="1600"/>
            </a:pPr>
            <a:r>
              <a:t>? ????????</a:t>
            </a:r>
          </a:p>
          <a:p>
            <a:pPr>
              <a:spcAft>
                <a:spcPts val="600"/>
              </a:spcAft>
              <a:defRPr sz="1600"/>
            </a:pPr>
            <a:r>
              <a:t>? ????????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???????</a:t>
            </a:r>
          </a:p>
          <a:p>
            <a:pPr>
              <a:spcAft>
                <a:spcPts val="600"/>
              </a:spcAft>
              <a:defRPr sz="1600"/>
            </a:pPr>
            <a:r>
              <a:t>? ??????</a:t>
            </a:r>
          </a:p>
          <a:p>
            <a:pPr>
              <a:spcAft>
                <a:spcPts val="600"/>
              </a:spcAft>
              <a:defRPr sz="1600"/>
            </a:pPr>
            <a:r>
              <a:t>? ????????</a:t>
            </a:r>
          </a:p>
          <a:p>
            <a:pPr>
              <a:spcAft>
                <a:spcPts val="600"/>
              </a:spcAft>
              <a:defRPr sz="1600"/>
            </a:pPr>
            <a:r>
              <a:t>? ????????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?????</a:t>
            </a:r>
          </a:p>
          <a:p>
            <a:pPr>
              <a:spcAft>
                <a:spcPts val="600"/>
              </a:spcAft>
              <a:defRPr sz="1600"/>
            </a:pPr>
            <a:r>
              <a:t>? Bug?????</a:t>
            </a:r>
          </a:p>
          <a:p>
            <a:pPr>
              <a:spcAft>
                <a:spcPts val="600"/>
              </a:spcAft>
              <a:defRPr sz="1600"/>
            </a:pPr>
            <a:r>
              <a:t>? ??????</a:t>
            </a:r>
          </a:p>
          <a:p>
            <a:pPr>
              <a:spcAft>
                <a:spcPts val="600"/>
              </a:spcAft>
              <a:defRPr sz="1600"/>
            </a:pPr>
            <a:r>
              <a:t>? ???????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?????</a:t>
            </a:r>
          </a:p>
          <a:p>
            <a:pPr>
              <a:spcAft>
                <a:spcPts val="600"/>
              </a:spcAft>
              <a:defRPr sz="1600"/>
            </a:pPr>
            <a:r>
              <a:t>? ??????</a:t>
            </a:r>
          </a:p>
          <a:p>
            <a:pPr>
              <a:spcAft>
                <a:spcPts val="600"/>
              </a:spcAft>
              <a:defRPr sz="1600"/>
            </a:pPr>
            <a:r>
              <a:t>? ??????</a:t>
            </a:r>
          </a:p>
          <a:p>
            <a:pPr>
              <a:spcAft>
                <a:spcPts val="600"/>
              </a:spcAft>
              <a:defRPr sz="1600"/>
            </a:pPr>
            <a:r>
              <a:t>? ????????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???</a:t>
            </a:r>
          </a:p>
          <a:p>
            <a:pPr algn="ctr">
              <a:defRPr sz="4400" b="1">
                <a:solidFill>
                  <a:srgbClr val="003366"/>
                </a:solidFill>
              </a:defRPr>
            </a:pPr>
          </a:p>
          <a:p>
            <a:pPr algn="ctr">
              <a:defRPr sz="4400" b="1">
                <a:solidFill>
                  <a:srgbClr val="003366"/>
                </a:solidFill>
              </a:defRPr>
            </a:pPr>
            <a: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