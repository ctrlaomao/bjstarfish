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?????2023?4?</a:t>
            </a:r>
          </a:p>
          <a:p>
            <a:pPr>
              <a:spcAft>
                <a:spcPts val="500"/>
              </a:spcAft>
              <a:defRPr sz="1500"/>
            </a:pPr>
            <a:r>
              <a:t>? ?????2023?4? - 10?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1. 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2.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3.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4.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???????UAT?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5.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6. ????</a:t>
            </a:r>
          </a:p>
          <a:p>
            <a:pPr lvl="1">
              <a:spcAft>
                <a:spcPts val="500"/>
              </a:spcAft>
              <a:defRPr sz="1300"/>
            </a:pPr>
            <a:r>
              <a:t>   ? 7?24??????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 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?????????Web??</a:t>
            </a:r>
          </a:p>
          <a:p>
            <a:pPr>
              <a:spcAft>
                <a:spcPts val="500"/>
              </a:spcAft>
              <a:defRPr sz="1500"/>
            </a:pPr>
            <a:r>
              <a:t>? ??????RESTful API??</a:t>
            </a:r>
          </a:p>
          <a:p>
            <a:pPr>
              <a:spcAft>
                <a:spcPts val="500"/>
              </a:spcAft>
              <a:defRPr sz="1500"/>
            </a:pPr>
            <a:r>
              <a:t>? ??????ORM????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 + 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1. ????</a:t>
            </a:r>
          </a:p>
          <a:p>
            <a:pPr>
              <a:spcAft>
                <a:spcPts val="500"/>
              </a:spcAft>
              <a:defRPr sz="1500"/>
            </a:pPr>
            <a:r>
              <a:t>? ???????Scrum?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??????????CI/CD?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?????Daily Standup?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2. ?????</a:t>
            </a:r>
          </a:p>
          <a:p>
            <a:pPr>
              <a:spcAft>
                <a:spcPts val="500"/>
              </a:spcAft>
              <a:defRPr sz="1500"/>
            </a:pPr>
            <a:r>
              <a:t>? ?????1???????</a:t>
            </a:r>
          </a:p>
          <a:p>
            <a:pPr>
              <a:spcAft>
                <a:spcPts val="500"/>
              </a:spcAft>
              <a:defRPr sz="1500"/>
            </a:pPr>
            <a:r>
              <a:t>? ??????1???????</a:t>
            </a:r>
          </a:p>
          <a:p>
            <a:pPr>
              <a:spcAft>
                <a:spcPts val="500"/>
              </a:spcAft>
              <a:defRPr sz="1500"/>
            </a:pPr>
            <a:r>
              <a:t>? ??????2-3?</a:t>
            </a:r>
          </a:p>
          <a:p>
            <a:pPr>
              <a:spcAft>
                <a:spcPts val="500"/>
              </a:spcAft>
              <a:defRPr sz="1500"/>
            </a:pPr>
            <a:r>
              <a:t>? ??????3-4?</a:t>
            </a:r>
          </a:p>
          <a:p>
            <a:pPr>
              <a:spcAft>
                <a:spcPts val="500"/>
              </a:spcAft>
              <a:defRPr sz="1500"/>
            </a:pPr>
            <a:r>
              <a:t>? ??????2?</a:t>
            </a:r>
          </a:p>
          <a:p>
            <a:pPr>
              <a:spcAft>
                <a:spcPts val="500"/>
              </a:spcAft>
              <a:defRPr sz="1500"/>
            </a:pPr>
            <a:r>
              <a:t>? UI/UX????1-2?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3. 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?????????/??</a:t>
            </a:r>
          </a:p>
          <a:p>
            <a:pPr>
              <a:spcAft>
                <a:spcPts val="500"/>
              </a:spcAft>
              <a:defRPr sz="1500"/>
            </a:pPr>
            <a:r>
              <a:t>? ?????Confluence????</a:t>
            </a:r>
          </a:p>
          <a:p>
            <a:pPr>
              <a:spcAft>
                <a:spcPts val="500"/>
              </a:spcAft>
              <a:defRPr sz="1500"/>
            </a:pPr>
            <a:r>
              <a:t>? ?????Git????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4. 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</a:t>
            </a:r>
          </a:p>
          <a:p>
            <a:pPr>
              <a:spcAft>
                <a:spcPts val="500"/>
              </a:spcAft>
              <a:defRPr sz="1500"/>
            </a:pPr>
            <a:r>
              <a:t>? 2023?4? - ???????</a:t>
            </a:r>
          </a:p>
          <a:p>
            <a:pPr>
              <a:spcAft>
                <a:spcPts val="500"/>
              </a:spcAft>
              <a:defRPr sz="1500"/>
            </a:pPr>
            <a:r>
              <a:t>? 2023?5? - ???????</a:t>
            </a:r>
          </a:p>
          <a:p>
            <a:pPr>
              <a:spcAft>
                <a:spcPts val="500"/>
              </a:spcAft>
              <a:defRPr sz="1500"/>
            </a:pPr>
            <a:r>
              <a:t>? 2023?6? - ?????????</a:t>
            </a:r>
          </a:p>
          <a:p>
            <a:pPr>
              <a:spcAft>
                <a:spcPts val="500"/>
              </a:spcAft>
              <a:defRPr sz="1500"/>
            </a:pPr>
            <a:r>
              <a:t>? 2023?7-9? - ??????</a:t>
            </a:r>
          </a:p>
          <a:p>
            <a:pPr>
              <a:spcAft>
                <a:spcPts val="500"/>
              </a:spcAft>
              <a:defRPr sz="1500"/>
            </a:pPr>
            <a:r>
              <a:t>? 2023?10? - ?????bug??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?????11???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?????12???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5. 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Bug????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1. 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??????DDL + DML?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2. 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?????????+?????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API????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3. ?????</a:t>
            </a:r>
          </a:p>
          <a:p>
            <a:pPr>
              <a:spcAft>
                <a:spcPts val="500"/>
              </a:spcAft>
              <a:defRPr sz="1500"/>
            </a:pPr>
            <a:r>
              <a:t>? ?????PPT</a:t>
            </a:r>
          </a:p>
          <a:p>
            <a:pPr>
              <a:spcAft>
                <a:spcPts val="500"/>
              </a:spcAft>
              <a:defRPr sz="1500"/>
            </a:pPr>
            <a:r>
              <a:t>? ??????PPT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???????FAQ?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????????- 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4.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</a:t>
            </a:r>
          </a:p>
          <a:p>
            <a:pPr>
              <a:spcAft>
                <a:spcPts val="500"/>
              </a:spcAft>
              <a:defRPr sz="1500"/>
            </a:pPr>
            <a:r>
              <a:t>? ???????&lt;500ms?95??&lt;1s</a:t>
            </a:r>
          </a:p>
          <a:p>
            <a:pPr>
              <a:spcAft>
                <a:spcPts val="500"/>
              </a:spcAft>
              <a:defRPr sz="1500"/>
            </a:pPr>
            <a:r>
              <a:t>? ???????1000+????</a:t>
            </a:r>
          </a:p>
          <a:p>
            <a:pPr>
              <a:spcAft>
                <a:spcPts val="500"/>
              </a:spcAft>
              <a:defRPr sz="1500"/>
            </a:pPr>
            <a:r>
              <a:t>? ?????CPU&lt;60%???&lt;70%</a:t>
            </a:r>
          </a:p>
          <a:p>
            <a:pPr>
              <a:spcAft>
                <a:spcPts val="500"/>
              </a:spcAft>
              <a:defRPr sz="1500"/>
            </a:pPr>
            <a:r>
              <a:t>? ??????&gt;99.5%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????????30%+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</a:t>
            </a:r>
          </a:p>
          <a:p>
            <a:pPr>
              <a:spcAft>
                <a:spcPts val="500"/>
              </a:spcAft>
              <a:defRPr sz="1500"/>
            </a:pPr>
            <a:r>
              <a:t>? Bug??????98%??</a:t>
            </a:r>
          </a:p>
          <a:p>
            <a:pPr>
              <a:spcAft>
                <a:spcPts val="500"/>
              </a:spcAft>
              <a:defRPr sz="1500"/>
            </a:pPr>
            <a:r>
              <a:t>? ??????????&gt;80%</a:t>
            </a:r>
          </a:p>
          <a:p>
            <a:pPr>
              <a:spcAft>
                <a:spcPts val="500"/>
              </a:spcAft>
              <a:defRPr sz="1500"/>
            </a:pPr>
            <a:r>
              <a:t>? 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1. 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???????UAT???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2. 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3. ????</a:t>
            </a:r>
          </a:p>
          <a:p>
            <a:pPr>
              <a:spcAft>
                <a:spcPts val="500"/>
              </a:spcAft>
              <a:defRPr sz="1500"/>
            </a:pPr>
            <a:r>
              <a:t>? ????????100%?</a:t>
            </a:r>
          </a:p>
          <a:p>
            <a:pPr>
              <a:spcAft>
                <a:spcPts val="500"/>
              </a:spcAft>
              <a:defRPr sz="1500"/>
            </a:pPr>
            <a:r>
              <a:t>? ?????????SLA???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1. 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2. 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3. 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SQL????</a:t>
            </a:r>
          </a:p>
          <a:p>
            <a:pPr>
              <a:spcAft>
                <a:spcPts val="500"/>
              </a:spcAft>
              <a:defRPr sz="1500"/>
            </a:pPr>
            <a:r>
              <a:t>? XSS????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4. 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???????????1??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???????????2-3??</a:t>
            </a:r>
          </a:p>
          <a:p>
            <a:pPr>
              <a:spcAft>
                <a:spcPts val="500"/>
              </a:spcAft>
              <a:defRPr sz="1500"/>
            </a:pPr>
            <a:r>
              <a:t>? ??????UAT??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???????????4??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</a:t>
            </a:r>
          </a:p>
          <a:p>
            <a:pPr>
              <a:spcAft>
                <a:spcPts val="500"/>
              </a:spcAft>
              <a:defRPr sz="1500"/>
            </a:pPr>
            <a:r>
              <a:t>? ??????????bug</a:t>
            </a:r>
          </a:p>
          <a:p>
            <a:pPr lvl="1">
              <a:spcAft>
                <a:spcPts val="500"/>
              </a:spcAft>
              <a:defRPr sz="1300"/>
            </a:pPr>
            <a:r>
              <a:t>   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??????????????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??????????????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  <a:p>
            <a:pPr lvl="1">
              <a:spcAft>
                <a:spcPts val="500"/>
              </a:spcAft>
              <a:defRPr sz="1300"/>
            </a:pPr>
            <a:r>
              <a:t>   ??????????????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????</a:t>
            </a:r>
          </a:p>
          <a:p>
            <a:pPr>
              <a:spcAft>
                <a:spcPts val="500"/>
              </a:spcAft>
              <a:defRPr sz="1500"/>
            </a:pPr>
            <a:r>
              <a:t>? ????????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  <a:r>
              <a:t>? ???????</a:t>
            </a:r>
          </a:p>
          <a:p>
            <a:pPr>
              <a:spcAft>
                <a:spcPts val="500"/>
              </a:spcAft>
              <a:defRPr sz="1500"/>
            </a:pPr>
            <a:r>
              <a:t>? ??????</a:t>
            </a:r>
          </a:p>
          <a:p>
            <a:pPr>
              <a:spcAft>
                <a:spcPts val="500"/>
              </a:spcAft>
              <a:defRPr sz="1500"/>
            </a:pPr>
          </a:p>
          <a:p>
            <a:pPr>
              <a:spcAft>
                <a:spcPts val="500"/>
              </a:spcAft>
              <a:defRPr sz="1500"/>
            </a:pPr>
            <a:r>
              <a:t>??</a:t>
            </a:r>
          </a:p>
          <a:p>
            <a:pPr>
              <a:spcAft>
                <a:spcPts val="500"/>
              </a:spcAft>
              <a:defRPr sz="1500"/>
            </a:pPr>
            <a:r>
              <a:t>? ??????????????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?????????????</a:t>
            </a:r>
          </a:p>
          <a:p>
            <a:pPr>
              <a:spcAft>
                <a:spcPts val="500"/>
              </a:spcAft>
              <a:defRPr sz="1500"/>
            </a:pPr>
            <a:r>
              <a:t>? ????????????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???</a:t>
            </a:r>
          </a:p>
          <a:p>
            <a:pPr algn="ctr">
              <a:defRPr sz="4400" b="1">
                <a:solidFill>
                  <a:srgbClr val="003366"/>
                </a:solidFill>
              </a:defRPr>
            </a:p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