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周三项目汇报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  <a:latin typeface="WenQuanYi Zen Hei"/>
              </a:defRPr>
            </a:pPr>
            <a:r>
              <a:rPr>
                <a:latin typeface="WenQuanYi Zen Hei"/>
              </a:rPr>
              <a:t>胜达讯项目团队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一、项目规划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项目目标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构建高效、可靠的业务系统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提升业务处理效率和用户体验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实现数据驱动的决策支持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保障系统安全性和稳定性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项目范围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系统功能模块开发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数据库设计与实现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接口开发与集成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系统测试与部署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用户培训与文档编制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项目周期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启动时间：2023年4月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开发周期：2023年4月 - 10月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当前状态：准备验收阶段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二、业务流程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核心业务流程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1. 需求收集与分析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用户需求调研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业务流程梳理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需求文档编写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需求评审与确认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2. 系统设计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总体架构设计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数据库详细设计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接口设计与规范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安全机制设计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3. 开发实现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模块化开发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代码审查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单元测试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集成测试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二、业务流程（续）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4. 系统测试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功能测试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性能测试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安全测试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用户验收测试（UAT）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5. 部署上线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生产环境准备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系统部署实施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数据迁移与验证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切换方案执行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6. 运维支持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7×24小时系统监控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快速问题响应机制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持续优化与改进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• 定期巡检与维护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三、系统演示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系统架构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前端展示层：响应式Web界面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业务逻辑层：RESTful API服务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数据访问层：ORM框架封装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数据存储层：关系型数据库 + 缓存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基础设施层：云服务支持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核心功能模块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用户管理模块：权限控制、角色管理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业务处理模块：核心业务流程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数据分析模块：报表统计、趋势分析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报表生成模块：多格式导出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系统管理模块：配置管理、日志审计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技术特点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高可用性：集群部署、故障自动切换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高性能：缓存优化、异步处理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高安全性：数据加密、权限控制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四、项目管理过程介绍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1. 管理模式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敏捷开发模式（Scrum）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两周一个迭代周期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持续集成与持续部署（CI/CD）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每周三定期例会制度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日常站会（Daily Standup）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2. 项目组成员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项目经理：1人（整体协调）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系统架构师：1人（技术方案）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前端工程师：2-3人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后端工程师：3-4人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测试工程师：2人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UI/UX设计师：1-2人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3. 沟通机制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周例会：每周三项目汇报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日常沟通：企业微信/钉钉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文档管理：Confluence协同平台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代码管理：Git版本控制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四、项目管理过程（续）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4. 进度计划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已完成阶段：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2023年4月 - 项目启动与立项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2023年5月 - 需求分析与评审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2023年6月 - 系统设计与架构评审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2023年7-9月 - 开发实施阶段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2023年10月 - 系统测试与bug修复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当前阶段（11月）：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系统优化与性能调优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用户培训与操作手册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准备项目验收工作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验收文档编制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下一阶段（12月）：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正式验收与评审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生产环境部署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项目总结与归档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进入运维保障期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四、项目管理过程（续）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5. 相关成果物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需求与设计阶段：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需求规格说明书（已完成）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用户调研报告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系统架构设计文档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数据库设计文档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接口设计文档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开发与测试阶段：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完整源代码及注释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单元测试报告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集成测试报告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性能测试报告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Bug修复记录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交付阶段：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系统部署文档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用户操作手册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系统运维手册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培训材料与视频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五、交付物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1. 系统交付物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完整的系统源代码（含注释）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系统安装部署包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数据库脚本（DDL + DML）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系统配置文件模板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第三方组件清单及授权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2. 文档交付物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需求规格说明书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系统设计文档（架构+详细设计）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数据库设计文档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API接口文档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用户操作手册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系统运维手册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应急预案文档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3. 培训交付物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管理员培训PPT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用户操作培训PPT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培训视频录制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常见问题解答（FAQ）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五、交付物（续）- 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4. 数据分析报告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系统性能分析：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响应时间：平均&lt;500ms，95分位&lt;1s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并发能力：支持1000+并发用户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资源使用：CPU&lt;60%，内存&lt;70%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系统可用性：&gt;99.5%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业务数据分析：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用户行为分析报告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业务流程效率提升30%+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系统日均访问量统计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核心功能使用率分析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质量分析报告：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Bug统计：已修复98%以上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代码质量：代码覆盖率&gt;80%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安全扫描：无高危漏洞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优化建议：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后续功能扩展规划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性能持续优化方案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用户体验改进建议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验收准备工作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1. 验收文档准备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项目验收申请报告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项目总结报告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系统测试报告汇总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用户验收测试（UAT）报告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项目变更记录清单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问题跟踪与解决记录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2. 验收环境准备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验收测试环境搭建完成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验收数据准备与脱敏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验收演示脚本编写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验收团队人员组织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3. 验收标准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功能完整性达标（100%）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性能指标达标（满足SLA要求）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安全性评估通过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文档完整性达标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验收内容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1. 功能验收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核心业务功能验证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用户权限管理验证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数据处理准确性验证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异常处理机制验证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系统集成接口验证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2. 性能验收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响应时间测试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并发压力测试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大数据量处理测试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长时间稳定性测试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3. 安全性验收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身份认证与授权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数据加密传输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SQL注入防护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XSS攻击防护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敏感信息保护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4. 易用性验收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用户界面友好性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操作流畅度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帮助文档完整性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验收计划与时间安排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第一阶段：内部验收（第1周）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开发团队自测完成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测试团队全面测试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问题修复与回归测试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第二阶段：用户验收（第2-3周）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用户代表参与UAT测试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收集用户反馈意见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优化调整与二次验证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第三阶段：正式验收（第4周）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提交验收申请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组织验收评审会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现场演示与答辩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验收专家组评审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签署验收报告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验收通过标准：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所有功能正常运行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性能指标达到要求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无遗留高危问题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文档资料完整齐全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验收专家组一致通过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验收风险与应对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潜在风险：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功能缺陷：小概率遗留bug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应对：建立快速响应机制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性能不达标：高并发场景压力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应对：提前优化，预留性能余量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用户培训不足：操作不熟练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应对：加强培训，提供现场支持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文档不完整：缺少部分文档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应对：文档检查清单，逐项确认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验收成功保障措施：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建立验收倒计时机制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每日验收准备进度同步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专人负责验收协调工作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预留充足的问题修复时间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准备详细的演示方案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提前与验收方充分沟通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项目成果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按期完成系统开发与测试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系统功能完整，性能稳定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团队协作顺畅，管理规范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文档资料完整，交付物齐全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项目亮点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采用先进技术架构，易于扩展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用户界面友好，操作便捷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系统性能优异，响应快速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安全机制完善，数据可靠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后续计划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顺利通过项目验收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稳定上线运行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持续优化改进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用户培训与支持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二期功能规划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致谢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感谢项目组全体成员的辛勤付出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感谢用户方的大力支持与配合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• 感谢各级领导的关心与指导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谢谢！</a:t>
            </a:r>
          </a:p>
          <a:p>
            <a:pPr algn="ctr">
              <a:defRPr sz="4400" b="1">
                <a:solidFill>
                  <a:srgbClr val="003366"/>
                </a:solidFill>
                <a:latin typeface="WenQuanYi Zen Hei"/>
              </a:defRPr>
            </a:pPr>
          </a:p>
          <a:p>
            <a:pPr algn="ctr">
              <a:defRPr sz="44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